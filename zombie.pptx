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66" r:id="rId15"/>
  </p:sldIdLst>
  <p:sldSz cx="18288000" cy="10287000"/>
  <p:notesSz cx="6858000" cy="9144000"/>
  <p:embeddedFontLst>
    <p:embeddedFont>
      <p:font typeface="Nanum Square" panose="020B0600000101010101" charset="-127"/>
      <p:regular r:id="rId16"/>
    </p:embeddedFont>
    <p:embeddedFont>
      <p:font typeface="Nanum Square Ultra-Bold" panose="020B0600000101010101" charset="-127"/>
      <p:regular r:id="rId17"/>
    </p:embeddedFont>
    <p:embeddedFont>
      <p:font typeface="TDTD한강고딕" panose="020B0600000101010101" charset="-127"/>
      <p:regular r:id="rId18"/>
    </p:embeddedFont>
    <p:embeddedFont>
      <p:font typeface="Canva Sans Bold" panose="020B0600000101010101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96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53898" y="3998570"/>
            <a:ext cx="11980203" cy="2025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454"/>
              </a:lnSpc>
              <a:spcBef>
                <a:spcPct val="0"/>
              </a:spcBef>
            </a:pPr>
            <a:r>
              <a:rPr lang="ko-KR" altLang="en-US" sz="11753" spc="-235" dirty="0" err="1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좀비게임</a:t>
            </a:r>
            <a:endParaRPr lang="en-US" sz="11753" spc="-235" dirty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850494"/>
              </p:ext>
            </p:extLst>
          </p:nvPr>
        </p:nvGraphicFramePr>
        <p:xfrm>
          <a:off x="4885350" y="7549335"/>
          <a:ext cx="8517301" cy="790575"/>
        </p:xfrm>
        <a:graphic>
          <a:graphicData uri="http://schemas.openxmlformats.org/drawingml/2006/table">
            <a:tbl>
              <a:tblPr/>
              <a:tblGrid>
                <a:gridCol w="4141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5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Nanum Square Ultra-Bold"/>
                          <a:ea typeface="Nanum Square Ultra-Bold"/>
                          <a:cs typeface="Nanum Square Ultra-Bold"/>
                          <a:sym typeface="Nanum Square Ultra-Bold"/>
                        </a:rPr>
                        <a:t>작성자 : 정태환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000000"/>
                          </a:solidFill>
                          <a:latin typeface="Nanum Square"/>
                          <a:ea typeface="Nanum Square"/>
                          <a:cs typeface="Nanum Square"/>
                          <a:sym typeface="Nanum Square"/>
                        </a:rPr>
                        <a:t>jaden0000@naver.com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4385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H="1">
            <a:off x="9144000" y="1610532"/>
            <a:ext cx="0" cy="75683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2152791" y="4625924"/>
            <a:ext cx="5582044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sz="600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목차 페이지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49404" y="2680919"/>
            <a:ext cx="5350312" cy="4666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2700" spc="-54" dirty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씬</a:t>
            </a:r>
          </a:p>
          <a:p>
            <a:pPr algn="l">
              <a:lnSpc>
                <a:spcPts val="6209"/>
              </a:lnSpc>
            </a:pPr>
            <a:r>
              <a:rPr lang="en-US" sz="2700" spc="-54" dirty="0" err="1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조작법</a:t>
            </a:r>
            <a:r>
              <a:rPr lang="en-US" sz="2700" spc="-54" dirty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</a:p>
          <a:p>
            <a:pPr algn="l">
              <a:lnSpc>
                <a:spcPts val="6209"/>
              </a:lnSpc>
            </a:pPr>
            <a:r>
              <a:rPr lang="en-US" sz="2700" spc="-54" dirty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게임기능1 – - </a:t>
            </a:r>
            <a:r>
              <a:rPr lang="ko-KR" altLang="en-US" sz="2700" spc="-54" dirty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무기 </a:t>
            </a:r>
            <a:endParaRPr lang="en-US" sz="2700" spc="-54" dirty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6209"/>
              </a:lnSpc>
            </a:pPr>
            <a:r>
              <a:rPr lang="en-US" sz="2700" spc="-54" dirty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게임기능2 - </a:t>
            </a:r>
            <a:r>
              <a:rPr lang="en-US" sz="2700" spc="-54" dirty="0" err="1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좀비</a:t>
            </a:r>
            <a:r>
              <a:rPr lang="en-US" sz="2700" spc="-54" dirty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</a:p>
          <a:p>
            <a:pPr algn="l">
              <a:lnSpc>
                <a:spcPts val="6209"/>
              </a:lnSpc>
            </a:pPr>
            <a:r>
              <a:rPr lang="en-US" sz="2700" spc="-54" dirty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게임기능3 - </a:t>
            </a:r>
            <a:r>
              <a:rPr lang="en-US" sz="2700" spc="-54" dirty="0" err="1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랭킹</a:t>
            </a:r>
            <a:r>
              <a:rPr lang="en-US" sz="2700" spc="-54" dirty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700" spc="-54" dirty="0" err="1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시스템</a:t>
            </a:r>
            <a:endParaRPr lang="en-US" sz="2700" spc="-54" dirty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6209"/>
              </a:lnSpc>
            </a:pPr>
            <a:r>
              <a:rPr lang="en-US" sz="2700" spc="-54" dirty="0" err="1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자율추가</a:t>
            </a:r>
            <a:r>
              <a:rPr lang="en-US" sz="2700" spc="-54" dirty="0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700" spc="-54" dirty="0" err="1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기능</a:t>
            </a:r>
            <a:endParaRPr lang="en-US" sz="2700" spc="-54" dirty="0">
              <a:solidFill>
                <a:srgbClr val="000000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161203" y="2680919"/>
            <a:ext cx="625861" cy="461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209"/>
              </a:lnSpc>
            </a:pPr>
            <a:r>
              <a:rPr lang="en-US" sz="2700" spc="224">
                <a:solidFill>
                  <a:srgbClr val="BEBEBE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01</a:t>
            </a:r>
          </a:p>
          <a:p>
            <a:pPr algn="r">
              <a:lnSpc>
                <a:spcPts val="6209"/>
              </a:lnSpc>
            </a:pPr>
            <a:r>
              <a:rPr lang="en-US" sz="2700">
                <a:solidFill>
                  <a:srgbClr val="BEBEBE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02</a:t>
            </a:r>
          </a:p>
          <a:p>
            <a:pPr algn="r">
              <a:lnSpc>
                <a:spcPts val="6209"/>
              </a:lnSpc>
            </a:pPr>
            <a:r>
              <a:rPr lang="en-US" sz="2700">
                <a:solidFill>
                  <a:srgbClr val="BEBEBE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03</a:t>
            </a:r>
          </a:p>
          <a:p>
            <a:pPr algn="r">
              <a:lnSpc>
                <a:spcPts val="6209"/>
              </a:lnSpc>
            </a:pPr>
            <a:r>
              <a:rPr lang="en-US" sz="2700">
                <a:solidFill>
                  <a:srgbClr val="BEBEBE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04</a:t>
            </a:r>
          </a:p>
          <a:p>
            <a:pPr algn="r">
              <a:lnSpc>
                <a:spcPts val="6209"/>
              </a:lnSpc>
            </a:pPr>
            <a:r>
              <a:rPr lang="en-US" sz="2700">
                <a:solidFill>
                  <a:srgbClr val="BEBEBE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05</a:t>
            </a:r>
          </a:p>
          <a:p>
            <a:pPr algn="r">
              <a:lnSpc>
                <a:spcPts val="6209"/>
              </a:lnSpc>
            </a:pPr>
            <a:r>
              <a:rPr lang="en-US" sz="2700">
                <a:solidFill>
                  <a:srgbClr val="BEBEBE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675464" y="3758120"/>
            <a:ext cx="8197073" cy="4067798"/>
          </a:xfrm>
          <a:custGeom>
            <a:avLst/>
            <a:gdLst/>
            <a:ahLst/>
            <a:cxnLst/>
            <a:rect l="l" t="t" r="r" b="b"/>
            <a:pathLst>
              <a:path w="8197073" h="4067798">
                <a:moveTo>
                  <a:pt x="0" y="0"/>
                </a:moveTo>
                <a:lnTo>
                  <a:pt x="8197073" y="0"/>
                </a:lnTo>
                <a:lnTo>
                  <a:pt x="8197073" y="4067797"/>
                </a:lnTo>
                <a:lnTo>
                  <a:pt x="0" y="4067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514000" y="1067607"/>
            <a:ext cx="726000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 spc="105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인트로 씬 추가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3402071" y="4463281"/>
            <a:ext cx="15807716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게임 시작 전 인트로 씬 추가</a:t>
            </a: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로우 폴리 스타일의 게임 배경으로 구성</a:t>
            </a: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랭킹 시스템을 위한 이름 입력창 추가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게임 스타트 버튼 추가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19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5514000" y="1067607"/>
            <a:ext cx="7260001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</a:t>
            </a:r>
            <a:r>
              <a:rPr lang="en-US" sz="2100" b="1" spc="105" dirty="0" err="1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조작방법</a:t>
            </a:r>
            <a:r>
              <a:rPr 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2819400" y="3560431"/>
            <a:ext cx="15163800" cy="3745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조작 방법</a:t>
            </a:r>
            <a:endParaRPr lang="en-US" altLang="ko-KR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4199"/>
              </a:lnSpc>
            </a:pPr>
            <a:endParaRPr lang="en-US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W , a , s ,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d로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캐릭터를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이동</a:t>
            </a:r>
            <a:endParaRPr lang="en-US" sz="2500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(단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원래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바라보는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방향을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보며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좌우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이동이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아닌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</a:p>
          <a:p>
            <a:pPr algn="ctr">
              <a:lnSpc>
                <a:spcPts val="3500"/>
              </a:lnSpc>
            </a:pP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절대적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상하좌우로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변경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)</a:t>
            </a:r>
          </a:p>
          <a:p>
            <a:pPr algn="ctr">
              <a:lnSpc>
                <a:spcPts val="3500"/>
              </a:lnSpc>
            </a:pPr>
            <a:endParaRPr lang="en-US" sz="2500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500"/>
              </a:lnSpc>
            </a:pP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총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발사시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마우스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클릭</a:t>
            </a:r>
            <a:endParaRPr lang="en-US" sz="2500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마우스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클릭할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때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커서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방향으로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캐릭터가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500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바라보게</a:t>
            </a:r>
            <a:r>
              <a:rPr 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ko-KR" alt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함</a:t>
            </a:r>
            <a:endParaRPr lang="en-US" sz="2500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09EAFF-3AF8-098E-F98D-E19F5F51EB7D}"/>
              </a:ext>
            </a:extLst>
          </p:cNvPr>
          <p:cNvSpPr txBox="1"/>
          <p:nvPr/>
        </p:nvSpPr>
        <p:spPr>
          <a:xfrm>
            <a:off x="5547130" y="3560430"/>
            <a:ext cx="15163800" cy="2663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게임 방법</a:t>
            </a:r>
            <a:endParaRPr lang="en-US" altLang="ko-KR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4199"/>
              </a:lnSpc>
            </a:pPr>
            <a:endParaRPr lang="en-US" altLang="ko-KR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4199"/>
              </a:lnSpc>
            </a:pPr>
            <a:r>
              <a:rPr lang="ko-KR" alt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좀비를 쓰러트리거나 코인 획득 시 점수 획득</a:t>
            </a:r>
            <a:endParaRPr lang="en-US" altLang="ko-KR" sz="2500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4199"/>
              </a:lnSpc>
            </a:pPr>
            <a:r>
              <a:rPr lang="ko-KR" alt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살아남은 시간과 점수로 점수 합</a:t>
            </a:r>
            <a:endParaRPr lang="en-US" altLang="ko-KR" sz="2500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4199"/>
              </a:lnSpc>
            </a:pPr>
            <a:r>
              <a:rPr lang="ko-KR" altLang="en-US" sz="2500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랭킹에 표시 </a:t>
            </a:r>
            <a:endParaRPr lang="en-US" sz="2500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5514000" y="1067607"/>
            <a:ext cx="7260001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ko-KR" alt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플레이어</a:t>
            </a:r>
            <a:r>
              <a:rPr 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87383" y="2013921"/>
            <a:ext cx="691323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0142" y="2680671"/>
            <a:ext cx="15807716" cy="374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플레이어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– 100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의 체력을 가지며 캐릭터 주위 빨간 원으로 잔여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HP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확인 가능</a:t>
            </a:r>
            <a:endParaRPr lang="en-US" altLang="ko-KR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4199"/>
              </a:lnSpc>
            </a:pPr>
            <a:endParaRPr lang="en-US" altLang="ko-KR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4199"/>
              </a:lnSpc>
            </a:pPr>
            <a:endParaRPr lang="en-US" altLang="ko-KR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4199"/>
              </a:lnSpc>
            </a:pP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기본 무기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– -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우지</a:t>
            </a:r>
            <a:endParaRPr lang="en-US" altLang="ko-KR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4199"/>
              </a:lnSpc>
            </a:pP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		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데미지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25 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발사 간격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0.12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초</a:t>
            </a:r>
            <a:endParaRPr lang="en-US" altLang="ko-KR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4199"/>
              </a:lnSpc>
            </a:pPr>
            <a:r>
              <a:rPr 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		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총알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25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발    발사당 총알 개수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1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개</a:t>
            </a:r>
            <a:endParaRPr lang="en-US" altLang="ko-KR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1D06DED-CD31-C47E-3C18-C5CB6D768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200" y="3789320"/>
            <a:ext cx="4498807" cy="44837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5514000" y="1067607"/>
            <a:ext cx="7260001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 spc="105" dirty="0" err="1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게임</a:t>
            </a:r>
            <a:r>
              <a:rPr 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기능1 - </a:t>
            </a:r>
            <a:r>
              <a:rPr lang="en-US" sz="2100" b="1" spc="105" dirty="0" err="1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무기</a:t>
            </a:r>
            <a:r>
              <a:rPr 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100" b="1" spc="105" dirty="0" err="1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추가</a:t>
            </a:r>
            <a:r>
              <a:rPr 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87383" y="2013921"/>
            <a:ext cx="691323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무기</a:t>
            </a:r>
            <a:r>
              <a:rPr 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999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추가</a:t>
            </a:r>
            <a:endParaRPr lang="en-US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40142" y="2680671"/>
            <a:ext cx="15807716" cy="626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AK74(강화형) - 기본 무기 진화 버전 - 데미지 50 , 탄창 용량 45발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RPG7(폭발형) - 데미지 500설정(사실상 즉사) , 탄창 용량 3발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M4(범위형) - 데미지 기본 총과 같음 , 한 번 발사시 5발의 총알이 퍼져나가는 형태, 탄창 용량                    10발 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Smoke grenade - 습득시 5초간 무적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공통 사항 - 아이템 스포너에서 스폰되는 형태 / 무기 습득시 해당 총으로 10초간 변경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                 10초 후에 기본 무기로 돌아올 때 탄창 Max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                 무기의 발사 가시성 확대</a:t>
            </a:r>
          </a:p>
        </p:txBody>
      </p:sp>
    </p:spTree>
    <p:extLst>
      <p:ext uri="{BB962C8B-B14F-4D97-AF65-F5344CB8AC3E}">
        <p14:creationId xmlns:p14="http://schemas.microsoft.com/office/powerpoint/2010/main" val="1916414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2286000" y="4006599"/>
            <a:ext cx="3904204" cy="3238193"/>
          </a:xfrm>
          <a:custGeom>
            <a:avLst/>
            <a:gdLst/>
            <a:ahLst/>
            <a:cxnLst/>
            <a:rect l="l" t="t" r="r" b="b"/>
            <a:pathLst>
              <a:path w="3904204" h="3238193">
                <a:moveTo>
                  <a:pt x="0" y="0"/>
                </a:moveTo>
                <a:lnTo>
                  <a:pt x="3904204" y="0"/>
                </a:lnTo>
                <a:lnTo>
                  <a:pt x="3904204" y="3238193"/>
                </a:lnTo>
                <a:lnTo>
                  <a:pt x="0" y="3238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166615" y="4321227"/>
            <a:ext cx="5214771" cy="2871424"/>
          </a:xfrm>
          <a:custGeom>
            <a:avLst/>
            <a:gdLst/>
            <a:ahLst/>
            <a:cxnLst/>
            <a:rect l="l" t="t" r="r" b="b"/>
            <a:pathLst>
              <a:path w="5214771" h="2871424">
                <a:moveTo>
                  <a:pt x="0" y="0"/>
                </a:moveTo>
                <a:lnTo>
                  <a:pt x="5214771" y="0"/>
                </a:lnTo>
                <a:lnTo>
                  <a:pt x="5214771" y="2871424"/>
                </a:lnTo>
                <a:lnTo>
                  <a:pt x="0" y="2871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687383" y="2013921"/>
            <a:ext cx="691323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예시 사진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14000" y="1028700"/>
            <a:ext cx="7260001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 spc="105" dirty="0" err="1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게임</a:t>
            </a:r>
            <a:r>
              <a:rPr 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기능1 - </a:t>
            </a:r>
            <a:r>
              <a:rPr lang="en-US" sz="2100" b="1" spc="105" dirty="0" err="1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무기</a:t>
            </a:r>
            <a:r>
              <a:rPr 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5514000" y="1067607"/>
            <a:ext cx="7260001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게임기능2 - </a:t>
            </a:r>
            <a:r>
              <a:rPr lang="en-US" sz="2100" b="1" spc="105" dirty="0" err="1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좀비</a:t>
            </a:r>
            <a:r>
              <a:rPr 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0142" y="2759988"/>
            <a:ext cx="15807716" cy="535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기본 좀비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HP : 100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공격력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20 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이동 속도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2.0</a:t>
            </a:r>
          </a:p>
          <a:p>
            <a:pPr algn="ctr">
              <a:lnSpc>
                <a:spcPts val="4199"/>
              </a:lnSpc>
            </a:pPr>
            <a:endParaRPr lang="en-US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4199"/>
              </a:lnSpc>
            </a:pP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뛰는 좀비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HP : 50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공격력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10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이동속도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4.0</a:t>
            </a:r>
          </a:p>
          <a:p>
            <a:pPr algn="ctr">
              <a:lnSpc>
                <a:spcPts val="4199"/>
              </a:lnSpc>
            </a:pPr>
            <a:endParaRPr lang="en-US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4199"/>
              </a:lnSpc>
            </a:pP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강화 좀비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HP : 250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공격력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50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이동속도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1.0</a:t>
            </a:r>
          </a:p>
          <a:p>
            <a:pPr algn="ctr">
              <a:lnSpc>
                <a:spcPts val="4199"/>
              </a:lnSpc>
            </a:pPr>
            <a:endParaRPr lang="en-US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4199"/>
              </a:lnSpc>
            </a:pP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원거리 좀비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HP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80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  공격력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20*3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이동속도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3.0</a:t>
            </a:r>
          </a:p>
          <a:p>
            <a:pPr algn="ctr">
              <a:lnSpc>
                <a:spcPts val="4199"/>
              </a:lnSpc>
            </a:pPr>
            <a:endParaRPr lang="en-US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4199"/>
              </a:lnSpc>
            </a:pP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모든 좀비</a:t>
            </a:r>
            <a:endParaRPr lang="en-US" altLang="ko-KR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4199"/>
              </a:lnSpc>
            </a:pP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공격 속도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0.5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인식 범위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20  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보상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: </a:t>
            </a: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점수 </a:t>
            </a:r>
            <a:r>
              <a:rPr lang="en-US" altLang="ko-KR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100</a:t>
            </a:r>
            <a:endParaRPr lang="en-US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3708225" y="3204546"/>
            <a:ext cx="6192198" cy="4922668"/>
          </a:xfrm>
          <a:custGeom>
            <a:avLst/>
            <a:gdLst/>
            <a:ahLst/>
            <a:cxnLst/>
            <a:rect l="l" t="t" r="r" b="b"/>
            <a:pathLst>
              <a:path w="6192198" h="4922668">
                <a:moveTo>
                  <a:pt x="0" y="0"/>
                </a:moveTo>
                <a:lnTo>
                  <a:pt x="6192199" y="0"/>
                </a:lnTo>
                <a:lnTo>
                  <a:pt x="6192199" y="4922668"/>
                </a:lnTo>
                <a:lnTo>
                  <a:pt x="0" y="49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514000" y="1067607"/>
            <a:ext cx="7260001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게임기능2 - </a:t>
            </a:r>
            <a:r>
              <a:rPr lang="en-US" sz="2100" b="1" spc="105" dirty="0" err="1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좀비</a:t>
            </a:r>
            <a:endParaRPr lang="en-US" sz="2100" b="1" spc="105" dirty="0">
              <a:solidFill>
                <a:srgbClr val="BEBEBE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687383" y="2013921"/>
            <a:ext cx="691323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ko-KR" alt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원거리 좀비 </a:t>
            </a:r>
            <a:r>
              <a:rPr lang="en-US" sz="2999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예시</a:t>
            </a:r>
            <a:r>
              <a:rPr lang="en-US" sz="299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</a:t>
            </a:r>
            <a:r>
              <a:rPr lang="en-US" sz="2999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사진</a:t>
            </a:r>
            <a:endParaRPr lang="en-US" sz="299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903644" y="5086350"/>
            <a:ext cx="691323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&lt;&lt;  3개를 연달아 발사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318253" y="2173152"/>
            <a:ext cx="5175799" cy="2819918"/>
          </a:xfrm>
          <a:custGeom>
            <a:avLst/>
            <a:gdLst/>
            <a:ahLst/>
            <a:cxnLst/>
            <a:rect l="l" t="t" r="r" b="b"/>
            <a:pathLst>
              <a:path w="5175799" h="2819918">
                <a:moveTo>
                  <a:pt x="0" y="0"/>
                </a:moveTo>
                <a:lnTo>
                  <a:pt x="5175799" y="0"/>
                </a:lnTo>
                <a:lnTo>
                  <a:pt x="5175799" y="2819918"/>
                </a:lnTo>
                <a:lnTo>
                  <a:pt x="0" y="2819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540334" y="5359831"/>
            <a:ext cx="7426851" cy="3778411"/>
          </a:xfrm>
          <a:custGeom>
            <a:avLst/>
            <a:gdLst/>
            <a:ahLst/>
            <a:cxnLst/>
            <a:rect l="l" t="t" r="r" b="b"/>
            <a:pathLst>
              <a:path w="7426851" h="3778411">
                <a:moveTo>
                  <a:pt x="0" y="0"/>
                </a:moveTo>
                <a:lnTo>
                  <a:pt x="7426851" y="0"/>
                </a:lnTo>
                <a:lnTo>
                  <a:pt x="7426851" y="3778411"/>
                </a:lnTo>
                <a:lnTo>
                  <a:pt x="0" y="3778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514000" y="1067607"/>
            <a:ext cx="7260001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 spc="105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게임기능3 - 랭킹 시스템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598259" y="3271877"/>
            <a:ext cx="12224516" cy="121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7"/>
              </a:lnSpc>
            </a:pPr>
            <a:r>
              <a:rPr lang="en-US" sz="231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HUD Canvas restart 버튼 아래 ranking 버튼 추가</a:t>
            </a:r>
          </a:p>
          <a:p>
            <a:pPr algn="ctr">
              <a:lnSpc>
                <a:spcPts val="3247"/>
              </a:lnSpc>
            </a:pPr>
            <a:endParaRPr lang="en-US" sz="2319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  <a:spcBef>
                <a:spcPct val="0"/>
              </a:spcBef>
            </a:pPr>
            <a:endParaRPr lang="en-US" sz="2319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1040062" y="7063773"/>
            <a:ext cx="12224516" cy="121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7"/>
              </a:lnSpc>
            </a:pPr>
            <a:r>
              <a:rPr lang="en-US" sz="231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게임 시작시 입력한 이름 , 점수 , 생존 시간 표시</a:t>
            </a:r>
          </a:p>
          <a:p>
            <a:pPr algn="ctr">
              <a:lnSpc>
                <a:spcPts val="3247"/>
              </a:lnSpc>
            </a:pPr>
            <a:endParaRPr lang="en-US" sz="2319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319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랭킹은 점수 우선으로 반영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5514000" y="1067607"/>
            <a:ext cx="7260001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ko-KR" alt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맵</a:t>
            </a:r>
            <a:endParaRPr lang="en-US" sz="2100" b="1" spc="105" dirty="0">
              <a:solidFill>
                <a:srgbClr val="BEBEBE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2286000" y="2095500"/>
            <a:ext cx="12224516" cy="161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7"/>
              </a:lnSpc>
            </a:pPr>
            <a:r>
              <a:rPr lang="ko-KR" altLang="en-US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사막 맵 입장을 위해 맵 선택 씬 추가</a:t>
            </a: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</a:pP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</a:pP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  <a:spcBef>
                <a:spcPct val="0"/>
              </a:spcBef>
            </a:pP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6634E2B-B7BF-56F3-6DFA-9A10E23E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664239"/>
            <a:ext cx="14711573" cy="452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33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5514000" y="1067607"/>
            <a:ext cx="7260001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ko-KR" alt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맵</a:t>
            </a:r>
            <a:endParaRPr lang="en-US" sz="2100" b="1" spc="105" dirty="0">
              <a:solidFill>
                <a:srgbClr val="BEBEBE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-3505200" y="2019300"/>
            <a:ext cx="12224516" cy="161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7"/>
              </a:lnSpc>
            </a:pPr>
            <a:r>
              <a:rPr lang="ko-KR" altLang="en-US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사막 맵 사진 </a:t>
            </a: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</a:pP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</a:pP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  <a:spcBef>
                <a:spcPct val="0"/>
              </a:spcBef>
            </a:pP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71946B7-7F13-23F3-CE7A-D09699423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41" y="3318601"/>
            <a:ext cx="5732395" cy="4491899"/>
          </a:xfrm>
          <a:prstGeom prst="rect">
            <a:avLst/>
          </a:prstGeom>
        </p:spPr>
      </p:pic>
      <p:sp>
        <p:nvSpPr>
          <p:cNvPr id="12" name="TextBox 7">
            <a:extLst>
              <a:ext uri="{FF2B5EF4-FFF2-40B4-BE49-F238E27FC236}">
                <a16:creationId xmlns:a16="http://schemas.microsoft.com/office/drawing/2014/main" id="{66B12D2F-C982-7953-7A37-CBBCF676785B}"/>
              </a:ext>
            </a:extLst>
          </p:cNvPr>
          <p:cNvSpPr txBox="1"/>
          <p:nvPr/>
        </p:nvSpPr>
        <p:spPr>
          <a:xfrm>
            <a:off x="5490164" y="2019300"/>
            <a:ext cx="12224516" cy="161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7"/>
              </a:lnSpc>
            </a:pPr>
            <a:r>
              <a:rPr lang="ko-KR" altLang="en-US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사막 </a:t>
            </a:r>
            <a:r>
              <a:rPr lang="ko-KR" altLang="en-US" sz="2319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맵은</a:t>
            </a:r>
            <a:r>
              <a:rPr lang="ko-KR" altLang="en-US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넓기에 </a:t>
            </a:r>
            <a:r>
              <a:rPr lang="ko-KR" altLang="en-US" sz="2319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휠로</a:t>
            </a:r>
            <a:r>
              <a:rPr lang="ko-KR" altLang="en-US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줌인 </a:t>
            </a:r>
            <a:r>
              <a:rPr lang="en-US" altLang="ko-KR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, </a:t>
            </a:r>
            <a:r>
              <a:rPr lang="ko-KR" altLang="en-US" sz="2319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줌아웃</a:t>
            </a:r>
            <a:r>
              <a:rPr lang="ko-KR" altLang="en-US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조절 가능</a:t>
            </a: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</a:pP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</a:pP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  <a:spcBef>
                <a:spcPct val="0"/>
              </a:spcBef>
            </a:pP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7EDE358-B0B6-C64D-89DD-1838A819B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316" y="3639295"/>
            <a:ext cx="6115630" cy="41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4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14597" cy="2453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161053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5514000" y="1067607"/>
            <a:ext cx="7260001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ko-KR" altLang="en-US" sz="2100" b="1" spc="105" dirty="0">
                <a:solidFill>
                  <a:srgbClr val="BEBEB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나머지 기능</a:t>
            </a:r>
            <a:endParaRPr lang="en-US" sz="2100" b="1" spc="105" dirty="0">
              <a:solidFill>
                <a:srgbClr val="BEBEBE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031742" y="3996063"/>
            <a:ext cx="12224516" cy="2440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ko-KR" altLang="en-US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그 이외 추가</a:t>
            </a:r>
            <a:endParaRPr lang="en-US" altLang="ko-KR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  <a:spcBef>
                <a:spcPct val="0"/>
              </a:spcBef>
            </a:pP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ko-KR" altLang="en-US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랭킹 </a:t>
            </a:r>
            <a:r>
              <a:rPr lang="ko-KR" altLang="en-US" sz="2319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씬은</a:t>
            </a:r>
            <a:r>
              <a:rPr lang="ko-KR" altLang="en-US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공원 맵 </a:t>
            </a:r>
            <a:r>
              <a:rPr lang="en-US" altLang="ko-KR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, </a:t>
            </a:r>
            <a:r>
              <a:rPr lang="ko-KR" altLang="en-US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사막 맵 따로 부여</a:t>
            </a:r>
            <a:endParaRPr lang="en-US" altLang="ko-KR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  <a:spcBef>
                <a:spcPct val="0"/>
              </a:spcBef>
            </a:pPr>
            <a:endParaRPr lang="en-US" altLang="ko-KR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ko-KR" altLang="en-US" sz="2319" dirty="0" err="1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공격받을시</a:t>
            </a:r>
            <a:r>
              <a:rPr lang="ko-KR" altLang="en-US" sz="2319" dirty="0">
                <a:solidFill>
                  <a:srgbClr val="807C7F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 흔들림 효과 적용</a:t>
            </a:r>
            <a:endParaRPr lang="en-US" altLang="ko-KR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  <a:p>
            <a:pPr algn="ctr">
              <a:lnSpc>
                <a:spcPts val="3247"/>
              </a:lnSpc>
              <a:spcBef>
                <a:spcPct val="0"/>
              </a:spcBef>
            </a:pPr>
            <a:endParaRPr lang="en-US" sz="2319" dirty="0">
              <a:solidFill>
                <a:srgbClr val="807C7F"/>
              </a:solidFill>
              <a:latin typeface="TDTD한강고딕"/>
              <a:ea typeface="TDTD한강고딕"/>
              <a:cs typeface="TDTD한강고딕"/>
              <a:sym typeface="TDTD한강고딕"/>
            </a:endParaRPr>
          </a:p>
        </p:txBody>
      </p:sp>
    </p:spTree>
    <p:extLst>
      <p:ext uri="{BB962C8B-B14F-4D97-AF65-F5344CB8AC3E}">
        <p14:creationId xmlns:p14="http://schemas.microsoft.com/office/powerpoint/2010/main" val="3631814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58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3320" y="576568"/>
            <a:ext cx="17141361" cy="9133864"/>
            <a:chOff x="0" y="0"/>
            <a:chExt cx="4514597" cy="24056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4597" cy="2405627"/>
            </a:xfrm>
            <a:custGeom>
              <a:avLst/>
              <a:gdLst/>
              <a:ahLst/>
              <a:cxnLst/>
              <a:rect l="l" t="t" r="r" b="b"/>
              <a:pathLst>
                <a:path w="4514597" h="2405627">
                  <a:moveTo>
                    <a:pt x="0" y="0"/>
                  </a:moveTo>
                  <a:lnTo>
                    <a:pt x="4514597" y="0"/>
                  </a:lnTo>
                  <a:lnTo>
                    <a:pt x="4514597" y="2405627"/>
                  </a:lnTo>
                  <a:lnTo>
                    <a:pt x="0" y="2405627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14597" cy="2443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83374" y="3747190"/>
            <a:ext cx="13521251" cy="125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74"/>
              </a:lnSpc>
            </a:pPr>
            <a:r>
              <a:rPr lang="en-US" sz="849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감사합니다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11109" y="6967346"/>
            <a:ext cx="786578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-49">
                <a:solidFill>
                  <a:srgbClr val="000000"/>
                </a:solidFill>
                <a:latin typeface="TDTD한강고딕"/>
                <a:ea typeface="TDTD한강고딕"/>
                <a:cs typeface="TDTD한강고딕"/>
                <a:sym typeface="TDTD한강고딕"/>
              </a:rPr>
              <a:t>작성자 : 정태환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422</Words>
  <Application>Microsoft Office PowerPoint</Application>
  <PresentationFormat>사용자 지정</PresentationFormat>
  <Paragraphs>94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Calibri</vt:lpstr>
      <vt:lpstr>Nanum Square</vt:lpstr>
      <vt:lpstr>TDTD한강고딕</vt:lpstr>
      <vt:lpstr>Canva Sans Bold</vt:lpstr>
      <vt:lpstr>Nanum Square Ultra-Bold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화이트 블랙 명료하고 심플한 레이아웃 프레젠테이션</dc:title>
  <cp:lastModifiedBy>gong-807-023</cp:lastModifiedBy>
  <cp:revision>3</cp:revision>
  <dcterms:created xsi:type="dcterms:W3CDTF">2006-08-16T00:00:00Z</dcterms:created>
  <dcterms:modified xsi:type="dcterms:W3CDTF">2026-06-15T11:24:29Z</dcterms:modified>
  <dc:identifier>DAHKSFJOc_I</dc:identifier>
</cp:coreProperties>
</file>